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1" r:id="rId5"/>
    <p:sldId id="259" r:id="rId6"/>
    <p:sldId id="264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>
        <p:scale>
          <a:sx n="157" d="100"/>
          <a:sy n="157" d="100"/>
        </p:scale>
        <p:origin x="-1253" y="-13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BBE5-FAAD-4336-98B9-AF68548AE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B73DE-A5F8-47FE-8389-850901957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2B86C-3590-4764-8E10-3CAB5BC05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9AF5-0476-4BB6-9BCD-7657DAF5B762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703FF-DFAE-4FD3-8084-3581CC8D8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28261-8A46-47AB-8D11-738EB772B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A653-BB38-44C7-9986-84E1A81FA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22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D1EF-5EC4-4901-95BB-85BACD914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E568B-EB13-4FF3-824A-F122D223E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0FF91-50D5-4516-9830-F307B574A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9AF5-0476-4BB6-9BCD-7657DAF5B762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DAE90-55C4-40E5-B4C3-ECCC19C79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D0385-CFD9-4072-A55F-BA61A562A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A653-BB38-44C7-9986-84E1A81FA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393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5C4A-4A36-4F09-B542-CB603039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BE71C-E447-4C47-A9BF-A86D67902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C9B17-17B3-489C-990E-2C22665A8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9AF5-0476-4BB6-9BCD-7657DAF5B762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F6FF4-A033-43DA-B6AF-2D697C5E7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54073-59ED-47F1-84B4-BD1D571ED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A653-BB38-44C7-9986-84E1A81FA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5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6C218-9CE4-415F-9226-DD0D39DF8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37FA5-9016-4999-868B-ABF693E7F0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EB5321-D5FE-4F8D-B420-2AAB2BCD2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A91A8-1AEB-4E17-98AC-2BC883A6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9AF5-0476-4BB6-9BCD-7657DAF5B762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763CA-261D-41D3-9DEF-ED402EEB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8B914-C561-4874-BA4A-A68A1091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A653-BB38-44C7-9986-84E1A81FA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49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AA53-CB47-4506-8560-BE5425CEE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2DFDF-428D-4F1A-A7F7-B9DD905DF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A2F33-4D12-446D-8CEC-DDC525C11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5D28AC-A5CF-47C5-A8A7-5C00D8624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6A6458-8573-41FB-85E4-C4BF7CB62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AC744-9A35-4944-B47D-F46C6671C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9AF5-0476-4BB6-9BCD-7657DAF5B762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9E749D-E5E2-426C-87DC-29D69587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E2C392-B18D-4BC5-8EF7-F93817AD8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A653-BB38-44C7-9986-84E1A81FA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9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0BE07-1A64-454D-B154-D730184D6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2BC3E3-68FB-44D6-8646-C2C8910A1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9AF5-0476-4BB6-9BCD-7657DAF5B762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089766-58F1-4295-940A-C80E167AB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627421-4595-4188-BD43-BB94242D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A653-BB38-44C7-9986-84E1A81FA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21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DBE367-1173-4E93-99B0-F585E2DC9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9AF5-0476-4BB6-9BCD-7657DAF5B762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870CB7-6B48-4222-ACAC-C79E3994F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CFF0C-B2F7-4E08-95F8-0DA109DB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A653-BB38-44C7-9986-84E1A81FA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313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AF843-6034-4A3C-ABCC-43E7492F2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0CF43-F6B0-4937-BAC7-91E0F55DF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54F60-55EC-445E-B6EB-F2E8C9961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F3CAB-6FC7-41AE-88FE-0B0AD31B0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9AF5-0476-4BB6-9BCD-7657DAF5B762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C6050-1744-4A86-9AAF-37B92FEE0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E68444-CE18-4FC4-A7D9-CBAC7DE5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A653-BB38-44C7-9986-84E1A81FA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914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AD0D6-4150-4DB4-895C-F66ECD57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18EF36-3FA9-4B0F-9FCB-AC9E1A7B6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C719B-E1A6-4D81-B9BF-9D1D70B13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F94D4-8201-476E-8F27-64573257C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9AF5-0476-4BB6-9BCD-7657DAF5B762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263B9-CC93-43FC-8639-3C1841F7B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4DD98-246D-436A-ACCD-41CE5566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A653-BB38-44C7-9986-84E1A81FA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45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0D628-B2F1-439D-AB68-66BCAE02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FABAA-E1DF-48BD-BA8C-32E75A476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8D5F3-1C25-4150-AE6D-E4A5500AC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9AF5-0476-4BB6-9BCD-7657DAF5B762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E5F2E-63FB-4E0F-A55C-6649FC000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BDB87-4221-43E2-9B12-740C80A4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A653-BB38-44C7-9986-84E1A81FA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83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655A0F-0D29-4A98-8789-1C5D8D951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A6040-25C7-4BE2-9439-32B7EEA00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D1C9F-F572-49F7-BE0A-EA3216FF0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F9AF5-0476-4BB6-9BCD-7657DAF5B762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50107-BEB1-4CED-9383-D1F395A1D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2E575-48B2-48C7-933F-589BFA921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A653-BB38-44C7-9986-84E1A81FA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9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4AE0B-B6EA-417C-B91C-9997B2FF0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1FDC7-F86A-4536-9696-B786E99C5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0BF27-AF37-4CB7-A7D8-ECA17C3DD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F9AF5-0476-4BB6-9BCD-7657DAF5B762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BCB7B-08E5-4094-B904-2686471E9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2632B-9BF3-4A41-A0FE-9EF47B8E8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DA653-BB38-44C7-9986-84E1A81FA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9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420DB-F2DB-4AC3-8397-6850CB1B17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Играта </a:t>
            </a:r>
            <a:r>
              <a:rPr lang="bg-BG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D7FE11-56DE-42AF-9008-91F8103670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17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84A27-BB67-46C8-B848-64EB2E444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Модули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2C55CA-91DD-4465-B2C6-5B5BC8AD2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44899"/>
            <a:ext cx="10664920" cy="3495226"/>
          </a:xfrm>
        </p:spPr>
      </p:pic>
    </p:spTree>
    <p:extLst>
      <p:ext uri="{BB962C8B-B14F-4D97-AF65-F5344CB8AC3E}">
        <p14:creationId xmlns:p14="http://schemas.microsoft.com/office/powerpoint/2010/main" val="1443489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AACFF16-DA3B-4C34-B505-CFE5EA253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" y="156411"/>
            <a:ext cx="1187767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775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820F28-4530-43CC-8C3A-D95632F1D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43" y="1334293"/>
            <a:ext cx="11290114" cy="4189414"/>
          </a:xfrm>
        </p:spPr>
      </p:pic>
    </p:spTree>
    <p:extLst>
      <p:ext uri="{BB962C8B-B14F-4D97-AF65-F5344CB8AC3E}">
        <p14:creationId xmlns:p14="http://schemas.microsoft.com/office/powerpoint/2010/main" val="3033176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6D09B-9788-4F76-BF84-9FD8C66CF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workflow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F35635-CAAD-4667-A8A2-D9820860C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5" y="2528607"/>
            <a:ext cx="11959389" cy="215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37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5854B-DEE5-4D77-B1CF-3C860C131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Factory pattern</a:t>
            </a:r>
          </a:p>
        </p:txBody>
      </p:sp>
      <p:pic>
        <p:nvPicPr>
          <p:cNvPr id="1026" name="Picture 2" descr="Factory (object-oriented programming) - Wikipedia">
            <a:extLst>
              <a:ext uri="{FF2B5EF4-FFF2-40B4-BE49-F238E27FC236}">
                <a16:creationId xmlns:a16="http://schemas.microsoft.com/office/drawing/2014/main" id="{360EC2D5-2E25-4868-98E3-036AEC278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549" y="1700463"/>
            <a:ext cx="9068902" cy="345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386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8EC48-A6C5-4EFC-A84D-D62F6187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state machine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2F659E-20FB-481D-A9F5-572A6F1F8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13" y="3015915"/>
            <a:ext cx="10924374" cy="198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14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9670C-9BEB-4AFF-B0DD-4932067D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animation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2E0647-59E4-4C67-B9B7-1FD9A9BBEB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716" y="2005263"/>
            <a:ext cx="10303877" cy="284747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F68172-72DA-4351-BB3F-568D05B1E246}"/>
              </a:ext>
            </a:extLst>
          </p:cNvPr>
          <p:cNvSpPr txBox="1"/>
          <p:nvPr/>
        </p:nvSpPr>
        <p:spPr>
          <a:xfrm>
            <a:off x="0" y="1990415"/>
            <a:ext cx="17967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Layer 0 (idle):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Layer 1 (chase):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Layer 2 (attack):</a:t>
            </a:r>
          </a:p>
        </p:txBody>
      </p:sp>
    </p:spTree>
    <p:extLst>
      <p:ext uri="{BB962C8B-B14F-4D97-AF65-F5344CB8AC3E}">
        <p14:creationId xmlns:p14="http://schemas.microsoft.com/office/powerpoint/2010/main" val="145857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2559</TotalTime>
  <Words>27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Играта </vt:lpstr>
      <vt:lpstr>Модули</vt:lpstr>
      <vt:lpstr>PowerPoint Presentation</vt:lpstr>
      <vt:lpstr>PowerPoint Presentation</vt:lpstr>
      <vt:lpstr>Game workflow</vt:lpstr>
      <vt:lpstr>Factory pattern</vt:lpstr>
      <vt:lpstr>Enemy state machine</vt:lpstr>
      <vt:lpstr>Enemy animation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Играта</dc:title>
  <dc:creator>User</dc:creator>
  <cp:lastModifiedBy>User</cp:lastModifiedBy>
  <cp:revision>13</cp:revision>
  <dcterms:created xsi:type="dcterms:W3CDTF">2026-06-01T22:29:33Z</dcterms:created>
  <dcterms:modified xsi:type="dcterms:W3CDTF">2026-06-03T17:08:41Z</dcterms:modified>
</cp:coreProperties>
</file>